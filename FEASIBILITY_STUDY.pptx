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Study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LisanAI - Platform Asesmen Lisan Berbasis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1.0 - Agustus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Ringkasan Eksekutif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assessment lisan berbasis AI untuk guru dan siswa.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Kesimpulan: proyek LAYAK secara teknis, operasional, dan ekonomis untuk pilot terbatas.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671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inti terbangun utuh dan teruji dengan lebih dari 200 test otomatis.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Pembeda kunci: verification gate, publication gate, reproducibility hash, reliability vector.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utama bukan teknologi, melainkan adopsi dan kepercayaan pengguna.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inspeksi arsitektur dan codebase per 26-Agustus-2026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Posisi Aplikasi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kelas, kelola keanggotaan (kode join + approval), buat asesmen berbantuan AI (topik, learning outcome, rubrik, kesulitan), tinjau hasil.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671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Siswa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34056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Gabung kelas, mengerjakan dengan rekam suara atau ketik transkripsi, terima skor dan feedback.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19125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dan Sistem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5818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mengawasi lintas tenant. Sistem mengevaluasi berbasis bukti ke rubrik secara deterministik, lengkap dengan gerbang verifikasi.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Fitur Pembeda Utama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Assessment Harness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gate (FAIL tidak dipublikasi), publication gate (REVIEW butuh approval), reproducibility hash, reliability vector.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671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single-substance enforcement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34056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Tiap soal hanya menanyakan satu substansi; perbaikan model + pemangkasan deterministik.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19125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per-soal yang selaras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5818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Tiap soal dinilai hanya pada subset kriteria yang diukur soal.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21538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riset dan observability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78231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AI-vs-human metrics, inter-rater reliability, telemetri latency/token/cost/KV-cache.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Arsitektur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3200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Lapisan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Node.js, HTTP server manual, server-side rendering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Vanilla JS SPA (esbuild), output statis di public/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/ libsql (Turso) - file lokal / URL remote, migrasi aditif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abstraction, OpenRouter (model default + fallback), mock provider untuk CI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serverless + static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file test, 200+ unit/integrasi, Playwright e2e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Status Saat Ini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register, login, session cookie HttpOnly + SameSite, CSRF, rate limit.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671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admin/guru/siswa, multi-tenant, kelas + kode join + approval, retake.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assessment, generasi soal AI (streaming SSE), perbaikan soal.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harness evidence ke rubrik dengan verification gate.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387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Rekaman audio, komplain siswa, dashboard observasi + riset, API v1 + Swagger.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Estimasi Biaya Langsung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harga (server/openrouter.js)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Sekitar 0.0015 USD per 1K prompt token dan 0.002 USD per 1K completion token.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671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model + retry (429/5xx/network) dengan backoff eksponensial.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KV-cache prefix: estimasi penghematan ~65% untuk panggilan berulang dalam 15 menit.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 internal - perlu diverifikasi pada tahap pilot.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Kelayakan Teknis - Tinggi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inti berfungsi end-to-end, deterministic scoring teruji otomatis.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provider memungkinkan pengembangan tanpa API berbayar.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7685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utama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4378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 belum otomatis (transkripsi manual).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0098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SQLite embedded terbatas - gunakan Turso remote untuk banyak tenant.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5818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Konsistensi skor lintas model belum diverifikasi luas.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3.2 - 3.4 Kelayakan Ekonomi, Operasional, Legal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18288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Kajian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Ekonomis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terbesar = LLM per generasi dan evaluasi; model murah + KV-cache menjaga biaya per unit tetap rendah; jalur komersial realistis: paket seat per guru atau per tenant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 Vercel siap, observability lengkap (log AI, trace, dashboard), retry + fallback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siswa sensitif: perlu kepatuhan UU PDP, kebijakan privasi, persetujuan orang tua, DPA dengan penyedia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Asumsi: pilot skala terbatas; model komersial per token tidak disarankan.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Risiko Utama dan Mitigasi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27432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Mitigasi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 tidak adil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gate, human review, evidence trace, AI-vs-human metrics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dari jawaban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Instruksi terpisah dari konten, validasi output, scoring deterministik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Konsistensi antar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Kalibrasi benchmark lintas model, inter-rater reliability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LLM meningkat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murah, caching, batas retry, monitoring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Kepatuhan data anak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Persetujuan orang tua, minimalisasi data, kebijakan privasi, DPA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Sebagian mitigasi sudah tersedia di arsitektur Harness.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Rencana Implementasi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22860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Durasi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Integrasi speech-to-text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 bulan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Rekaman siswa ditranskripsi otomatis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Kalibrasi antar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bulan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perbandingan skor, tuning rubrik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bulan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dengan sekolah atau guru nyata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Komersialisasi awal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bulan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penjualan dan dukungan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Rekomendasi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Kesimpulan: LAYAK dilanjutkan ke pilot terbatas.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speech-to-text pada alur perekaman siswa.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671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Kalibrasi soal dan rubrik serta inter-rater antar model.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243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bersama sekolah atau guru nyata untuk umpan balik.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komersial: seat per guru, paket per sekolah.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387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Lengkapi kepatuhan perlindungan data peserta didik.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biaya masih estimasi internal dan perlu dikonfirmasi pada fase pilot.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LisanAI - Feasibility Study v1.0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2026-08-25T23:21:26Z</dcterms:created>
  <dcterms:modified xsi:type="dcterms:W3CDTF">2026-08-25T23:21:26Z</dcterms:modified>
</cp:coreProperties>
</file>
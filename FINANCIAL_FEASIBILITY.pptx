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 Kelayakan Keuangan &amp; Bisnis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LisanAI - Biaya, Komersialisasi, CAPEX/OPEX, ROI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 1.0 - Agustus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Ringkasan Eksekutif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variabel sangat rendah: $0.001-0.007 per evaluasi (LLM).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kotor sangat tinggi (92-98%) - biaya utama adalah biaya tetap.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037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bisnis realistis: langganan per sekolah / per guru, bukan per-token.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Break-even: 5-10 sekolah (bootstrap) hingga ~80 sekolah (tim penuh).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91256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positif antara bulan ke-8 sampai ke-18 tergantung skenario.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inspeksi codebase + riset harga API LLM per 26-Agus-2026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Harga API LLM (per 1M token, riset internet)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36576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V4 Flash (resmi, off-peak)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V4 Flash (DeepInfra)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gpt-4o-mini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gpt-5-mini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gpt-5.6-luna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STT gpt-4o-mini-transcribe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$0.003/mnt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Biaya Variabel per Submission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22860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Skenario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+ STT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resmi, tanpa STT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$0.0020 + 0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resmi + STT gpt-4o-mini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$0.0020 + $0.03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+ STT gpt-4o-mini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$0.0068 + $0.03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+ STT lokal (0)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$0.0020 + 0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berbayar jadi biaya terbesar - gunakan STT lokal untuk menekan biaya.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Skema Deployment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Cloud SaaS (multi-tenant) - direkomendasikan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GPU, skala otomatis, model terbaru; minus: biaya token + data lintas server.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0370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On-premise (self-host sekolah)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7706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100% lokal (patuh UU PDP), tanpa biaya token; minus CAPEX tinggi + perlu ML-Ops.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644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Hybrid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831336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untuk fleksibilitas + on-prem untuk sekolah yang menuntut kerahasiaan data.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CAPEX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22860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(A)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On-prem (B)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Server/GPU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$20,000-250,000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Penyimpanan audio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 (sewa)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$2,000-10,000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Setup/instalasi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$5,000-20,000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CAPEX awal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~$5-20rb (eng)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~$30-300rb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tanpa beli hardware; on-prem mahal namun data 100% lokal.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Tetap Bulanan (Cloud)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3200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Estimasi/bulan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Developer/engineering (1-2 org)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$3,000-6,000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&amp; database (Vercel+Turso)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$100-500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Dukungan &amp; success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$500-1,000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Pemasaran &amp; penjualan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$500-2,000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Legal/kepatuhan UU PDP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$200-500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OPEX tetap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~$4,500-10,000/bulan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variabel LLM sangat kecil (&lt;$200/bulan di 100k submission).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Komersialisasi (Langganan)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18288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Harga/bulan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Cakupan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1.000.000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guru, 500 siswa, evaluasi tak terbatas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2.500.000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guru, kelas lanjutan, dashboard riset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Enterprise/On-prem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Negosiasi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lokal, dukungan khusus, SLA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 Rp 16.000/USD. Alasan: biaya variabel per sekolah sangat kecil.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Proyeksi Pendapatan &amp; Laba (Skenario Dasar)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1828800"/>
        </p:xfrm>
        <a:graphic>
          <a:graphicData uri="http://schemas.openxmlformats.org/drawingml/2006/table">
            <a:tbl>
              <a:tblPr/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Tahun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Sekolah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Pendapatan/tahun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Laba/tahun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360 jt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120 jt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~Rp 240 jt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1,44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120 jt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~Rp 1,3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3,6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144 jt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~Rp 3,4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Asumsi kurs $1=Rp16rb; laba sebelum biaya variabel (kecil).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 ROI &amp; Break-Even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(bootstrap, OPEX Rp8-15jt/bln): 5-10 sekolah.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(tim penuh, OPEX Rp120jt/bln): ~80 sekolah.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037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+ pengembangan lanjutan: ~Rp 150 jt.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 ~Rp 20 jt/bln (dasar T1-T2) -&gt; payback 7-9 bulan.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91256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kumulatif positif: bulan ke-8-12 (dasar), 12-18 (konservatif).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 Keuangan &amp; Bisnis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Cloud SaaS saat peluncuran; siapkan jalur on-premise.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langganan per sekolah/seat, bukan per-token.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0370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V4-Flash + STT lokal untuk biaya variabel &lt; Rp 100/submission.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Perbarui estimator biaya di openrouter.js sesuai harga riil.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91256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10-20 sekolah untuk ukur churn, biaya nyata, willingness-to-pay.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LisanAI - Analisa Keuangan &amp; Bisnis v1.0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2026-08-25T23:44:46Z</dcterms:created>
  <dcterms:modified xsi:type="dcterms:W3CDTF">2026-08-25T23:44:46Z</dcterms:modified>
</cp:coreProperties>
</file>